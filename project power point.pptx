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78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568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56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144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120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210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582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83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049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534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3703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0782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3617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0072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4427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3050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814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8682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dirty="0">
                <a:latin typeface="Arial Black" panose="020B0A04020102020204" pitchFamily="34" charset="0"/>
              </a:rPr>
              <a:t>KARKB Store Dashboard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4000" dirty="0"/>
              <a:t>Prepared by: Kirollos Samy</a:t>
            </a:r>
          </a:p>
          <a:p>
            <a:r>
              <a:rPr sz="4000" dirty="0"/>
              <a:t>Data Analysis Project</a:t>
            </a:r>
          </a:p>
          <a:p>
            <a:r>
              <a:rPr sz="4000" dirty="0"/>
              <a:t>Power BI Dashboard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analyzes store performance using Power BI.</a:t>
            </a:r>
          </a:p>
          <a:p>
            <a:r>
              <a:t>It focuses on sales, customers, products, and profitability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Handled missing values (Nulls)</a:t>
            </a:r>
          </a:p>
          <a:p>
            <a:r>
              <a:t>- Removed duplicate records</a:t>
            </a:r>
          </a:p>
          <a:p>
            <a:r>
              <a:t>- Standardized date formats</a:t>
            </a:r>
          </a:p>
          <a:p>
            <a:r>
              <a:t>- Validated Sales, Cost, and Profit values</a:t>
            </a:r>
          </a:p>
          <a:p>
            <a:r>
              <a:t>- Ensured data consistency between tables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Built relationships between tables</a:t>
            </a:r>
          </a:p>
          <a:p>
            <a:r>
              <a:t>- Used Star Schema design</a:t>
            </a:r>
          </a:p>
          <a:p>
            <a:r>
              <a:t>- Created Sales, Customer, Product, and Date tables</a:t>
            </a:r>
          </a:p>
          <a:p>
            <a:r>
              <a:t>- Improved performance and data accuracy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Measures Created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- Total Sales</a:t>
            </a:r>
          </a:p>
          <a:p>
            <a:r>
              <a:t>- Total Cost</a:t>
            </a:r>
          </a:p>
          <a:p>
            <a:r>
              <a:t>- Profit</a:t>
            </a:r>
          </a:p>
          <a:p>
            <a:r>
              <a:t>- Profit Margin</a:t>
            </a:r>
          </a:p>
          <a:p>
            <a:r>
              <a:t>- Growth %</a:t>
            </a:r>
          </a:p>
          <a:p>
            <a:r>
              <a:t>- Monthly Sales</a:t>
            </a:r>
          </a:p>
          <a:p>
            <a:r>
              <a:t>- Loyal Customers</a:t>
            </a:r>
          </a:p>
          <a:p>
            <a:r>
              <a:t>- One-time Customers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Total Sales: $55.76M</a:t>
            </a:r>
          </a:p>
          <a:p>
            <a:r>
              <a:rPr dirty="0"/>
              <a:t>- Profit: $55.38M</a:t>
            </a:r>
          </a:p>
          <a:p>
            <a:r>
              <a:rPr dirty="0"/>
              <a:t>- Profit Margin: 99%</a:t>
            </a:r>
          </a:p>
          <a:p>
            <a:r>
              <a:rPr dirty="0"/>
              <a:t>- Total Customers: 12K</a:t>
            </a:r>
          </a:p>
          <a:p>
            <a:r>
              <a:rPr dirty="0"/>
              <a:t>- Average Order Value: $</a:t>
            </a:r>
            <a:r>
              <a:rPr dirty="0" smtClean="0"/>
              <a:t>887</a:t>
            </a:r>
            <a:endParaRPr lang="en-US" dirty="0" smtClean="0"/>
          </a:p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Sales by Year</a:t>
            </a:r>
          </a:p>
          <a:p>
            <a:r>
              <a:rPr dirty="0"/>
              <a:t>- Sales by Country</a:t>
            </a:r>
          </a:p>
          <a:p>
            <a:r>
              <a:rPr dirty="0"/>
              <a:t>- Sales by Subcategory</a:t>
            </a:r>
          </a:p>
          <a:p>
            <a:r>
              <a:rPr dirty="0"/>
              <a:t>- Monthly Sales </a:t>
            </a:r>
            <a:r>
              <a:rPr dirty="0" smtClean="0"/>
              <a:t>Trend</a:t>
            </a:r>
            <a:endParaRPr lang="en-US" dirty="0" smtClean="0"/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Total Customers</a:t>
            </a:r>
          </a:p>
          <a:p>
            <a:r>
              <a:t>- Loyal Customers vs One-time Customers</a:t>
            </a:r>
          </a:p>
          <a:p>
            <a:r>
              <a:t>- Customer Gender Analysis</a:t>
            </a:r>
          </a:p>
          <a:p>
            <a:r>
              <a:t>- Customer Age Insights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Most Demanded Product</a:t>
            </a:r>
          </a:p>
          <a:p>
            <a:r>
              <a:t>- Profit by Product Name</a:t>
            </a:r>
          </a:p>
          <a:p>
            <a:r>
              <a:t>- Profit by Brand</a:t>
            </a:r>
          </a:p>
          <a:p>
            <a:r>
              <a:t>- Profit by Subcategory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Highest sales achieved in 2019</a:t>
            </a:r>
          </a:p>
          <a:p>
            <a:r>
              <a:t>- Desktop subcategory has highest sales</a:t>
            </a:r>
          </a:p>
          <a:p>
            <a:r>
              <a:t>- United States is top performing country</a:t>
            </a:r>
          </a:p>
          <a:p>
            <a:r>
              <a:t>- High percentage of repeat customers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Focus marketing on Desktop products</a:t>
            </a:r>
          </a:p>
          <a:p>
            <a:r>
              <a:rPr dirty="0"/>
              <a:t>- Expand in United States market</a:t>
            </a:r>
          </a:p>
          <a:p>
            <a:r>
              <a:rPr dirty="0"/>
              <a:t>- Increase loyalty programs</a:t>
            </a:r>
          </a:p>
          <a:p>
            <a:r>
              <a:rPr dirty="0"/>
              <a:t>- Investigate sales drop after 2019</a:t>
            </a:r>
          </a:p>
          <a:p>
            <a:r>
              <a:rPr dirty="0"/>
              <a:t>- Promote high profit products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dashboard helps track performance, understand customer behavior,</a:t>
            </a:r>
          </a:p>
          <a:p>
            <a:r>
              <a:t>and support data-driven decision making.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11</TotalTime>
  <Words>286</Words>
  <Application>Microsoft Office PowerPoint</Application>
  <PresentationFormat>On-screen Show (4:3)</PresentationFormat>
  <Paragraphs>62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Calibri Light</vt:lpstr>
      <vt:lpstr>Celestial</vt:lpstr>
      <vt:lpstr>KARKB Store Dashboard Project</vt:lpstr>
      <vt:lpstr>Project Overview</vt:lpstr>
      <vt:lpstr>Data Cleaning</vt:lpstr>
      <vt:lpstr>Data Modeling</vt:lpstr>
      <vt:lpstr>Key Measures Created</vt:lpstr>
      <vt:lpstr>Dashboard KPIs</vt:lpstr>
      <vt:lpstr>Sales Analysis</vt:lpstr>
      <vt:lpstr>Customer Analysis</vt:lpstr>
      <vt:lpstr>Product Analysis</vt:lpstr>
      <vt:lpstr>Key Insights</vt:lpstr>
      <vt:lpstr>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KARKB Store Dashboard Project</dc:title>
  <dc:subject/>
  <dc:creator>Kirollos Samy</dc:creator>
  <cp:keywords/>
  <dc:description>generated using python-pptx</dc:description>
  <cp:lastModifiedBy>Kirollos Samy</cp:lastModifiedBy>
  <cp:revision>5</cp:revision>
  <dcterms:created xsi:type="dcterms:W3CDTF">2013-01-27T09:14:16Z</dcterms:created>
  <dcterms:modified xsi:type="dcterms:W3CDTF">2026-02-06T00:17:38Z</dcterms:modified>
  <cp:category/>
</cp:coreProperties>
</file>